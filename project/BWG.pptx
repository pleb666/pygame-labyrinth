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5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A5BF92-0FA4-C74E-FFB1-815007D98C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E1DC8E5-8B55-130A-7E09-4A65B2514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999784-7866-6C09-7F33-8625ADE02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7B8B-6BA3-4B24-A494-B805F9263D44}" type="datetimeFigureOut">
              <a:rPr lang="de-DE" smtClean="0"/>
              <a:t>10.09.2024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42B14A-A704-EDD5-FE9D-DA26ADF80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6EA360-73D4-5B31-993D-3E57E4383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8E4F-DCC0-4735-B84C-26618E58CF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5790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7D5B76-894F-1A45-D604-D7820586F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174E24-CD0F-89AC-F6EC-9D184614B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B5BCB7-6444-84EC-5731-9182AB362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7B8B-6BA3-4B24-A494-B805F9263D44}" type="datetimeFigureOut">
              <a:rPr lang="de-DE" smtClean="0"/>
              <a:t>10.09.2024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98B416-B874-CC8E-37A9-CC9D6D3B1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727C7D-1D0F-4505-D95A-AF6F9983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8E4F-DCC0-4735-B84C-26618E58CF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8109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720614-FFC2-46E5-DB25-6FF90501E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F07793D-B259-318C-AD6E-F5922EE17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C37A5F-DA5D-B176-A180-C2006349F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7B8B-6BA3-4B24-A494-B805F9263D44}" type="datetimeFigureOut">
              <a:rPr lang="de-DE" smtClean="0"/>
              <a:t>10.09.2024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648F0B-0F16-DCD8-BFCC-645775FD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9286B58-8E6E-D8BF-2BEE-40085F45C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8E4F-DCC0-4735-B84C-26618E58CF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218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69A8D5-896D-9E8D-6940-A7C1513A1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666612-C4DD-C34A-EDD6-03EB4EB5D6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3D00240-4D15-2550-FDBE-81EBE6A7B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5835D7-61EB-2A14-F109-588CE5E9E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7B8B-6BA3-4B24-A494-B805F9263D44}" type="datetimeFigureOut">
              <a:rPr lang="de-DE" smtClean="0"/>
              <a:t>10.09.2024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8676935-5723-71AB-DC81-B39AE3422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7F93C-FE5D-3AA8-DFFD-616C1CC82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8E4F-DCC0-4735-B84C-26618E58CF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5633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78E8A8-447E-2AD6-77D9-25FE99650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E1E2DF-FDF3-B0E3-5872-321FD5AEC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50A0B4-006D-D3D1-DA46-4066905FA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B34D749-C214-8663-B957-2A6CA1E3C0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3CD6D40-6299-FD74-B76E-965C947B44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1122D35-D9A0-FB7B-FF14-EDE2B0C90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7B8B-6BA3-4B24-A494-B805F9263D44}" type="datetimeFigureOut">
              <a:rPr lang="de-DE" smtClean="0"/>
              <a:t>10.09.2024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2F13ED6-ADAF-484C-816E-3C53D550B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CEAC564-6DD8-D9D8-A006-A1D9181A3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8E4F-DCC0-4735-B84C-26618E58CF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279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E00436-8F5A-4470-53C4-AF084FA6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2858BF0-4436-23E8-ED25-A3394D918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7B8B-6BA3-4B24-A494-B805F9263D44}" type="datetimeFigureOut">
              <a:rPr lang="de-DE" smtClean="0"/>
              <a:t>10.09.2024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F84DFB5-9E59-CC8A-7D98-0F3083E64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6BE689-717F-0AE1-D66D-6108E8AEA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8E4F-DCC0-4735-B84C-26618E58CF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8002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81183C1-FB9E-3E9F-6CFE-E84773EA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7B8B-6BA3-4B24-A494-B805F9263D44}" type="datetimeFigureOut">
              <a:rPr lang="de-DE" smtClean="0"/>
              <a:t>10.09.2024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1A39243-966C-22ED-1358-23A0C5197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9933B9-C84B-37A6-CDF2-E315D25DF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8E4F-DCC0-4735-B84C-26618E58CF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4723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A183B0-E8A7-6285-EBD5-0D3EF0544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CECD0F-C323-7D36-21B2-B758D0C47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06C063C-B135-9B33-4F0E-3F1C235AA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2C6581-55EB-1258-2625-ACA2FFAB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7B8B-6BA3-4B24-A494-B805F9263D44}" type="datetimeFigureOut">
              <a:rPr lang="de-DE" smtClean="0"/>
              <a:t>10.09.2024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9691148-ACF5-529A-4872-A04F56B5A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F3A003-6D6A-9D2D-EBE0-3A031A672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8E4F-DCC0-4735-B84C-26618E58CF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301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F6523C-8F24-FCBE-4CE5-9AD15006D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DAE58D9-61C2-5DD1-30C7-59AA6905F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E26CEBF-656D-069F-6F8F-A04CEC999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6572822-FF5B-307E-25D2-7F08690EB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7B8B-6BA3-4B24-A494-B805F9263D44}" type="datetimeFigureOut">
              <a:rPr lang="de-DE" smtClean="0"/>
              <a:t>10.09.2024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40D56C6-7272-AABF-2EFF-B5CCAA5A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BAB2BA-0755-D9B1-036D-59D3CC3FF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8E4F-DCC0-4735-B84C-26618E58CF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961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13E768-46B8-2F03-C2DD-B111CF091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9C46D82-E837-E11C-89FA-D5EF2F992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0536D8-F8FB-0F9F-E756-39A5A4577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7B8B-6BA3-4B24-A494-B805F9263D44}" type="datetimeFigureOut">
              <a:rPr lang="de-DE" smtClean="0"/>
              <a:t>10.09.2024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EEBDB6-FC15-767B-B502-76CA2CE1D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2060E7-E11A-8483-962B-737651AA2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8E4F-DCC0-4735-B84C-26618E58CF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8661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9B60F42-6C71-BAF6-36D0-022A85EFE1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C3D79D7-E5DE-BAB1-75B6-599380997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FABD31-DB5A-20F3-8877-150AB8DCB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7B8B-6BA3-4B24-A494-B805F9263D44}" type="datetimeFigureOut">
              <a:rPr lang="de-DE" smtClean="0"/>
              <a:t>10.09.2024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F82E33-3E6E-0470-A606-B8122A25E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C6CD8C-8CE5-312A-AF4B-63A3F21D7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F8E4F-DCC0-4735-B84C-26618E58CF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6230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F947229-421C-53CF-10C7-FD0303CFC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DE1D99C-016D-BFCB-348D-6A1A7DB22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5E6259-CEF3-85FF-7CFB-EB7937F31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F67B8B-6BA3-4B24-A494-B805F9263D44}" type="datetimeFigureOut">
              <a:rPr lang="de-DE" smtClean="0"/>
              <a:t>10.09.2024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64A4DB-C2DD-F3DE-BE81-AD0F2EA801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BCC95D-4D20-99E7-13C2-3F5E576A2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4F8E4F-DCC0-4735-B84C-26618E58CFF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08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27D4C5-96E5-D0D2-F4A5-38F323084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4628" y="368216"/>
            <a:ext cx="10342744" cy="2755472"/>
          </a:xfrm>
        </p:spPr>
        <p:txBody>
          <a:bodyPr>
            <a:normAutofit/>
          </a:bodyPr>
          <a:lstStyle/>
          <a:p>
            <a:r>
              <a:rPr lang="en-DE" sz="8000" b="1" dirty="0" err="1"/>
              <a:t>Pygame</a:t>
            </a:r>
            <a:r>
              <a:rPr lang="en-DE" sz="8000" b="1" dirty="0"/>
              <a:t> </a:t>
            </a:r>
            <a:r>
              <a:rPr lang="en-DE" sz="8000" b="1" dirty="0" err="1"/>
              <a:t>SchulProjekt</a:t>
            </a:r>
            <a:endParaRPr lang="de-DE" sz="8000" b="1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95F27CE-D938-0174-67EF-CF75E19FE6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5" name="Grafik 4" descr="Ein Bild, das Clipart, Grafiken, Animierter Cartoon, Animation enthält.&#10;&#10;Automatisch generierte Beschreibung">
            <a:extLst>
              <a:ext uri="{FF2B5EF4-FFF2-40B4-BE49-F238E27FC236}">
                <a16:creationId xmlns:a16="http://schemas.microsoft.com/office/drawing/2014/main" id="{DEDACF8B-304A-8734-247C-C3B15A66B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969" y="3279485"/>
            <a:ext cx="10850062" cy="304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83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929E7352-BD1F-C512-200A-2A73157595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5634" y="0"/>
            <a:ext cx="4921804" cy="6833259"/>
          </a:xfr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E5F2D0E-66F2-5F05-7AEA-18A541315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563" y="0"/>
            <a:ext cx="5079705" cy="6858000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DC04139D-3629-0F88-F729-B6E32267DCB8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422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CA3D980-3272-1320-9976-6D0AA8527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064" y="-3027"/>
            <a:ext cx="4706983" cy="686102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04CC02B-2A9F-556A-0EF0-BB8AD1F71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955" y="1112283"/>
            <a:ext cx="4876351" cy="4800158"/>
          </a:xfrm>
          <a:prstGeom prst="rect">
            <a:avLst/>
          </a:prstGeom>
        </p:spPr>
      </p:pic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62B34169-A17D-BBB8-D368-4770CACBF1E5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64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C4257D3-2485-233D-CC8A-BA40F2739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385" y="3429000"/>
            <a:ext cx="5467454" cy="313455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BA03757-1D90-766C-C6EE-1FE28E544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72" y="78439"/>
            <a:ext cx="5696745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682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4B4CF2-5E03-9FA2-55A3-4313393FF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5400" dirty="0"/>
              <a:t>Quellen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A5ED36-A0CE-131A-0BCD-2B9538C67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dirty="0"/>
              <a:t>https://www.deusinmachina.net/p/what-is-happening-in-the-pygame-community</a:t>
            </a:r>
          </a:p>
        </p:txBody>
      </p:sp>
    </p:spTree>
    <p:extLst>
      <p:ext uri="{BB962C8B-B14F-4D97-AF65-F5344CB8AC3E}">
        <p14:creationId xmlns:p14="http://schemas.microsoft.com/office/powerpoint/2010/main" val="501165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Breitbild</PresentationFormat>
  <Paragraphs>3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Pygame SchulProjekt</vt:lpstr>
      <vt:lpstr>PowerPoint-Präsentation</vt:lpstr>
      <vt:lpstr>PowerPoint-Präsentation</vt:lpstr>
      <vt:lpstr>PowerPoint-Präsentation</vt:lpstr>
      <vt:lpstr>Quellen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Alexandru Pop</dc:creator>
  <cp:lastModifiedBy>Alexandru Pop</cp:lastModifiedBy>
  <cp:revision>9</cp:revision>
  <dcterms:created xsi:type="dcterms:W3CDTF">2024-09-10T17:09:01Z</dcterms:created>
  <dcterms:modified xsi:type="dcterms:W3CDTF">2024-09-10T17:48:34Z</dcterms:modified>
</cp:coreProperties>
</file>